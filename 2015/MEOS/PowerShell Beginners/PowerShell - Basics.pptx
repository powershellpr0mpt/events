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62" r:id="rId5"/>
    <p:sldId id="260" r:id="rId6"/>
    <p:sldId id="261" r:id="rId7"/>
    <p:sldId id="263" r:id="rId8"/>
    <p:sldId id="264" r:id="rId9"/>
    <p:sldId id="265" r:id="rId10"/>
    <p:sldId id="267" r:id="rId11"/>
    <p:sldId id="269" r:id="rId12"/>
    <p:sldId id="27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- -" initials="--" lastIdx="1" clrIdx="0">
    <p:extLst>
      <p:ext uri="{19B8F6BF-5375-455C-9EA6-DF929625EA0E}">
        <p15:presenceInfo xmlns:p15="http://schemas.microsoft.com/office/powerpoint/2012/main" userId="2034be6ab7208b8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9240" autoAdjust="0"/>
  </p:normalViewPr>
  <p:slideViewPr>
    <p:cSldViewPr snapToGrid="0">
      <p:cViewPr varScale="1">
        <p:scale>
          <a:sx n="110" d="100"/>
          <a:sy n="110" d="100"/>
        </p:scale>
        <p:origin x="21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74334-9F31-4B1E-BBF0-8DC35A35240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CA7EC-5638-4422-A42D-67E11D327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73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6CA7EC-5638-4422-A42D-67E11D327F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27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 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“Execution engine”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[https://youtu.be/kg1L0FdaYLQ?t=36 ]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geimplementeerd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 .NET Framework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[https://youtu.be/7zZU23rA0IA?list=PLtOqR49cOjTmAv2TNPVCE4WD422MaBa-2&amp;t=1768]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interactieve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command-line shell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scripting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 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echt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vervanging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het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gewoon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veel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Oude commando’s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zijn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nog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beschikbaar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Alias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aangemaakt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Vanaf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PSv2 is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ook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uitgebreide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remoting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beschikbaar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gekomen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dmv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standard WSMAN/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WinRM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poorten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5985(HTTP)/5986(HTTPS)]</a:t>
            </a:r>
          </a:p>
          <a:p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Door het scripting component van PowerShell is het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makkelijk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om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bepaalde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opdrachten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standaardiseren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automatiseren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simpel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ingebouwd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cmdlet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tot script,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gebruik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workflows.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6CA7EC-5638-4422-A42D-67E11D327F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82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Vroeger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functionaliteit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ontworpen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bovenop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grafische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administratie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gebouwd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[in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vele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gevallen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snap-in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MMC, Microsoft Management Console].</a:t>
            </a:r>
          </a:p>
          <a:p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MMC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kreeg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volledige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functionaliteit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het product tot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zijn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beschikking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weet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dus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ook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hoe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verbinden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mogelijk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etc.</a:t>
            </a:r>
          </a:p>
          <a:p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MMC is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erg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gelimiteerd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automatisering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dus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biedt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 de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termijn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efficientie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Wanneer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product team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tijd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had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WMI provider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beschikbaar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gemaakt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betreffende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product.</a:t>
            </a:r>
          </a:p>
          <a:p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Soms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commandline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utility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gemaakt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product om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toch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enige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vorm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automatisering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bieden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maar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deze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tools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konden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nooit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functionaliteit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de GUI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oplossing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volledig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vervangen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sommige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gevallen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ook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component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toegevoegd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zodat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bijvoorbeeld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d.m.v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VBScript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geautomatiseerd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 het product.</a:t>
            </a:r>
          </a:p>
          <a:p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enige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manieren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automatiseren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scripten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beschikbaar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maar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deze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oplossingen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hadden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volledige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functionaliteit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tot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beschikking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https://youtu.be/6VK4TN6Umfk?list=PLtOqR49cOjTmAv2TNPVCE4WD422MaBa-2&amp;t=143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6CA7EC-5638-4422-A42D-67E11D327F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23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op </a:t>
            </a:r>
            <a:r>
              <a:rPr lang="en-US" dirty="0" err="1"/>
              <a:t>een</a:t>
            </a:r>
            <a:r>
              <a:rPr lang="en-US" dirty="0"/>
              <a:t> product </a:t>
            </a:r>
            <a:r>
              <a:rPr lang="en-US" dirty="0" err="1"/>
              <a:t>er</a:t>
            </a:r>
            <a:r>
              <a:rPr lang="en-US" baseline="0" dirty="0"/>
              <a:t> </a:t>
            </a:r>
            <a:r>
              <a:rPr lang="en-US" baseline="0" dirty="0" err="1"/>
              <a:t>geen</a:t>
            </a:r>
            <a:r>
              <a:rPr lang="en-US" baseline="0" dirty="0"/>
              <a:t> GUI </a:t>
            </a:r>
            <a:r>
              <a:rPr lang="en-US" baseline="0" dirty="0" err="1"/>
              <a:t>gebouwd</a:t>
            </a:r>
            <a:r>
              <a:rPr lang="en-US" baseline="0" dirty="0"/>
              <a:t> op de </a:t>
            </a:r>
            <a:r>
              <a:rPr lang="en-US" baseline="0" dirty="0" err="1"/>
              <a:t>applicatie</a:t>
            </a:r>
            <a:r>
              <a:rPr lang="en-US" baseline="0" dirty="0"/>
              <a:t>, maar </a:t>
            </a:r>
            <a:r>
              <a:rPr lang="en-US" baseline="0" dirty="0" err="1"/>
              <a:t>wordt</a:t>
            </a:r>
            <a:r>
              <a:rPr lang="en-US" baseline="0" dirty="0"/>
              <a:t> </a:t>
            </a:r>
            <a:r>
              <a:rPr lang="en-US" baseline="0" dirty="0" err="1"/>
              <a:t>deze</a:t>
            </a:r>
            <a:r>
              <a:rPr lang="en-US" baseline="0" dirty="0"/>
              <a:t> in .NET Framework </a:t>
            </a:r>
            <a:r>
              <a:rPr lang="en-US" baseline="0" dirty="0" err="1"/>
              <a:t>gemaakt</a:t>
            </a:r>
            <a:r>
              <a:rPr lang="en-US" baseline="0" dirty="0"/>
              <a:t> </a:t>
            </a:r>
            <a:r>
              <a:rPr lang="en-US" baseline="0" dirty="0" err="1"/>
              <a:t>en</a:t>
            </a:r>
            <a:r>
              <a:rPr lang="en-US" baseline="0" dirty="0"/>
              <a:t> </a:t>
            </a:r>
            <a:r>
              <a:rPr lang="en-US" baseline="0" dirty="0" err="1"/>
              <a:t>beschikbaar</a:t>
            </a:r>
            <a:r>
              <a:rPr lang="en-US" baseline="0" dirty="0"/>
              <a:t> </a:t>
            </a:r>
            <a:r>
              <a:rPr lang="en-US" baseline="0" dirty="0" err="1"/>
              <a:t>gesteld</a:t>
            </a:r>
            <a:r>
              <a:rPr lang="en-US" baseline="0" dirty="0"/>
              <a:t> </a:t>
            </a:r>
            <a:r>
              <a:rPr lang="en-US" baseline="0" dirty="0" err="1"/>
              <a:t>voor</a:t>
            </a:r>
            <a:r>
              <a:rPr lang="en-US" baseline="0" dirty="0"/>
              <a:t> PowerShell.</a:t>
            </a:r>
          </a:p>
          <a:p>
            <a:r>
              <a:rPr lang="en-US" baseline="0" dirty="0" err="1"/>
              <a:t>Vervolgens</a:t>
            </a:r>
            <a:r>
              <a:rPr lang="en-US" baseline="0" dirty="0"/>
              <a:t> </a:t>
            </a:r>
            <a:r>
              <a:rPr lang="en-US" baseline="0" dirty="0" err="1"/>
              <a:t>maken</a:t>
            </a:r>
            <a:r>
              <a:rPr lang="en-US" baseline="0" dirty="0"/>
              <a:t> de GUI </a:t>
            </a:r>
            <a:r>
              <a:rPr lang="en-US" baseline="0" dirty="0" err="1"/>
              <a:t>en</a:t>
            </a:r>
            <a:r>
              <a:rPr lang="en-US" baseline="0" dirty="0"/>
              <a:t> Scripts </a:t>
            </a:r>
            <a:r>
              <a:rPr lang="en-US" baseline="0" dirty="0" err="1"/>
              <a:t>gebruik</a:t>
            </a:r>
            <a:r>
              <a:rPr lang="en-US" baseline="0" dirty="0"/>
              <a:t> van </a:t>
            </a:r>
            <a:r>
              <a:rPr lang="en-US" baseline="0" dirty="0" err="1"/>
              <a:t>deze</a:t>
            </a:r>
            <a:r>
              <a:rPr lang="en-US" baseline="0" dirty="0"/>
              <a:t> </a:t>
            </a:r>
            <a:r>
              <a:rPr lang="en-US" baseline="0" dirty="0" err="1"/>
              <a:t>optie</a:t>
            </a:r>
            <a:r>
              <a:rPr lang="en-US" baseline="0" dirty="0"/>
              <a:t>, </a:t>
            </a:r>
            <a:r>
              <a:rPr lang="en-US" baseline="0" dirty="0" err="1"/>
              <a:t>zodat</a:t>
            </a:r>
            <a:r>
              <a:rPr lang="en-US" baseline="0" dirty="0"/>
              <a:t> </a:t>
            </a:r>
            <a:r>
              <a:rPr lang="en-US" baseline="0" dirty="0" err="1"/>
              <a:t>alle</a:t>
            </a:r>
            <a:r>
              <a:rPr lang="en-US" baseline="0" dirty="0"/>
              <a:t> </a:t>
            </a:r>
            <a:r>
              <a:rPr lang="en-US" baseline="0" dirty="0" err="1"/>
              <a:t>oplossingen</a:t>
            </a:r>
            <a:r>
              <a:rPr lang="en-US" baseline="0" dirty="0"/>
              <a:t> de </a:t>
            </a:r>
            <a:r>
              <a:rPr lang="en-US" baseline="0" dirty="0" err="1"/>
              <a:t>volledige</a:t>
            </a:r>
            <a:r>
              <a:rPr lang="en-US" baseline="0" dirty="0"/>
              <a:t> </a:t>
            </a:r>
            <a:r>
              <a:rPr lang="en-US" baseline="0" dirty="0" err="1"/>
              <a:t>functionaliteit</a:t>
            </a:r>
            <a:r>
              <a:rPr lang="en-US" baseline="0" dirty="0"/>
              <a:t> van het </a:t>
            </a:r>
            <a:r>
              <a:rPr lang="en-US" baseline="0" dirty="0" err="1"/>
              <a:t>volledige</a:t>
            </a:r>
            <a:r>
              <a:rPr lang="en-US" baseline="0" dirty="0"/>
              <a:t> product tot </a:t>
            </a:r>
            <a:r>
              <a:rPr lang="en-US" baseline="0" dirty="0" err="1"/>
              <a:t>hun</a:t>
            </a:r>
            <a:r>
              <a:rPr lang="en-US" baseline="0" dirty="0"/>
              <a:t> </a:t>
            </a:r>
            <a:r>
              <a:rPr lang="en-US" baseline="0" dirty="0" err="1"/>
              <a:t>beschikking</a:t>
            </a:r>
            <a:r>
              <a:rPr lang="en-US" baseline="0" dirty="0"/>
              <a:t> </a:t>
            </a:r>
            <a:r>
              <a:rPr lang="en-US" baseline="0" dirty="0" err="1"/>
              <a:t>heeft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https://youtu.be/6VK4TN6Umfk?list=PLtOqR49cOjTmAv2TNPVCE4WD422MaBa-2&amp;t=288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6CA7EC-5638-4422-A42D-67E11D327F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7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Het is </a:t>
            </a:r>
            <a:r>
              <a:rPr lang="en-US" dirty="0" err="1"/>
              <a:t>misschien</a:t>
            </a:r>
            <a:r>
              <a:rPr lang="en-US" dirty="0"/>
              <a:t> </a:t>
            </a:r>
            <a:r>
              <a:rPr lang="en-US" dirty="0" err="1"/>
              <a:t>sneller</a:t>
            </a:r>
            <a:r>
              <a:rPr lang="en-US" dirty="0"/>
              <a:t> om</a:t>
            </a:r>
            <a:r>
              <a:rPr lang="en-US" baseline="0" dirty="0"/>
              <a:t> </a:t>
            </a:r>
            <a:r>
              <a:rPr lang="en-US" baseline="0" dirty="0" err="1"/>
              <a:t>een</a:t>
            </a:r>
            <a:r>
              <a:rPr lang="en-US" baseline="0" dirty="0"/>
              <a:t> </a:t>
            </a:r>
            <a:r>
              <a:rPr lang="en-US" baseline="0" dirty="0" err="1"/>
              <a:t>simpele</a:t>
            </a:r>
            <a:r>
              <a:rPr lang="en-US" baseline="0" dirty="0"/>
              <a:t> </a:t>
            </a:r>
            <a:r>
              <a:rPr lang="en-US" baseline="0" dirty="0" err="1"/>
              <a:t>actie</a:t>
            </a:r>
            <a:r>
              <a:rPr lang="en-US" baseline="0" dirty="0"/>
              <a:t> </a:t>
            </a:r>
            <a:r>
              <a:rPr lang="en-US" baseline="0" dirty="0" err="1"/>
              <a:t>uit</a:t>
            </a:r>
            <a:r>
              <a:rPr lang="en-US" baseline="0" dirty="0"/>
              <a:t> </a:t>
            </a:r>
            <a:r>
              <a:rPr lang="en-US" baseline="0" dirty="0" err="1"/>
              <a:t>te</a:t>
            </a:r>
            <a:r>
              <a:rPr lang="en-US" baseline="0" dirty="0"/>
              <a:t> </a:t>
            </a:r>
            <a:r>
              <a:rPr lang="en-US" baseline="0" dirty="0" err="1"/>
              <a:t>voeren</a:t>
            </a:r>
            <a:r>
              <a:rPr lang="en-US" baseline="0" dirty="0"/>
              <a:t> in de GUI, maar het </a:t>
            </a:r>
            <a:r>
              <a:rPr lang="en-US" baseline="0" dirty="0" err="1"/>
              <a:t>leven</a:t>
            </a:r>
            <a:r>
              <a:rPr lang="en-US" baseline="0" dirty="0"/>
              <a:t> van </a:t>
            </a:r>
            <a:r>
              <a:rPr lang="en-US" baseline="0" dirty="0" err="1"/>
              <a:t>een</a:t>
            </a:r>
            <a:r>
              <a:rPr lang="en-US" baseline="0" dirty="0"/>
              <a:t> IT Pro </a:t>
            </a:r>
            <a:r>
              <a:rPr lang="en-US" baseline="0" dirty="0" err="1"/>
              <a:t>draait</a:t>
            </a:r>
            <a:r>
              <a:rPr lang="en-US" baseline="0" dirty="0"/>
              <a:t> </a:t>
            </a:r>
            <a:r>
              <a:rPr lang="en-US" baseline="0" dirty="0" err="1"/>
              <a:t>vaak</a:t>
            </a:r>
            <a:r>
              <a:rPr lang="en-US" baseline="0" dirty="0"/>
              <a:t> om het </a:t>
            </a:r>
            <a:r>
              <a:rPr lang="en-US" baseline="0" dirty="0" err="1"/>
              <a:t>uitvoeren</a:t>
            </a:r>
            <a:r>
              <a:rPr lang="en-US" baseline="0" dirty="0"/>
              <a:t> van </a:t>
            </a:r>
            <a:r>
              <a:rPr lang="en-US" baseline="0" dirty="0" err="1"/>
              <a:t>dezelfde</a:t>
            </a:r>
            <a:r>
              <a:rPr lang="en-US" baseline="0" dirty="0"/>
              <a:t> taken.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err="1"/>
              <a:t>Hoewel</a:t>
            </a:r>
            <a:r>
              <a:rPr lang="en-US" baseline="0" dirty="0"/>
              <a:t> de </a:t>
            </a:r>
            <a:r>
              <a:rPr lang="en-US" baseline="0" dirty="0" err="1"/>
              <a:t>investering</a:t>
            </a:r>
            <a:r>
              <a:rPr lang="en-US" baseline="0" dirty="0"/>
              <a:t> in </a:t>
            </a:r>
            <a:r>
              <a:rPr lang="en-US" baseline="0" dirty="0" err="1"/>
              <a:t>eerste</a:t>
            </a:r>
            <a:r>
              <a:rPr lang="en-US" baseline="0" dirty="0"/>
              <a:t> </a:t>
            </a:r>
            <a:r>
              <a:rPr lang="en-US" baseline="0" dirty="0" err="1"/>
              <a:t>instantie</a:t>
            </a:r>
            <a:r>
              <a:rPr lang="en-US" baseline="0" dirty="0"/>
              <a:t> </a:t>
            </a:r>
            <a:r>
              <a:rPr lang="en-US" baseline="0" dirty="0" err="1"/>
              <a:t>groter</a:t>
            </a:r>
            <a:r>
              <a:rPr lang="en-US" baseline="0" dirty="0"/>
              <a:t> </a:t>
            </a:r>
            <a:r>
              <a:rPr lang="en-US" baseline="0" dirty="0" err="1"/>
              <a:t>kan</a:t>
            </a:r>
            <a:r>
              <a:rPr lang="en-US" baseline="0" dirty="0"/>
              <a:t> </a:t>
            </a:r>
            <a:r>
              <a:rPr lang="en-US" baseline="0" dirty="0" err="1"/>
              <a:t>zijn</a:t>
            </a:r>
            <a:r>
              <a:rPr lang="en-US" baseline="0" dirty="0"/>
              <a:t> </a:t>
            </a:r>
            <a:r>
              <a:rPr lang="en-US" baseline="0" dirty="0" err="1"/>
              <a:t>als</a:t>
            </a:r>
            <a:r>
              <a:rPr lang="en-US" baseline="0" dirty="0"/>
              <a:t> het </a:t>
            </a:r>
            <a:r>
              <a:rPr lang="en-US" baseline="0" dirty="0" err="1"/>
              <a:t>uitvoeren</a:t>
            </a:r>
            <a:r>
              <a:rPr lang="en-US" baseline="0" dirty="0"/>
              <a:t> </a:t>
            </a:r>
            <a:r>
              <a:rPr lang="en-US" baseline="0" dirty="0" err="1"/>
              <a:t>d.m.v</a:t>
            </a:r>
            <a:r>
              <a:rPr lang="en-US" baseline="0" dirty="0"/>
              <a:t>. GUI, </a:t>
            </a:r>
            <a:r>
              <a:rPr lang="en-US" baseline="0" dirty="0" err="1"/>
              <a:t>betaalt</a:t>
            </a:r>
            <a:r>
              <a:rPr lang="en-US" baseline="0" dirty="0"/>
              <a:t> het </a:t>
            </a:r>
            <a:r>
              <a:rPr lang="en-US" baseline="0" dirty="0" err="1"/>
              <a:t>zich</a:t>
            </a:r>
            <a:r>
              <a:rPr lang="en-US" baseline="0" dirty="0"/>
              <a:t> direct </a:t>
            </a:r>
            <a:r>
              <a:rPr lang="en-US" baseline="0" dirty="0" err="1"/>
              <a:t>terug</a:t>
            </a:r>
            <a:r>
              <a:rPr lang="en-US" baseline="0" dirty="0"/>
              <a:t> </a:t>
            </a:r>
            <a:r>
              <a:rPr lang="en-US" baseline="0" dirty="0" err="1"/>
              <a:t>bij</a:t>
            </a:r>
            <a:r>
              <a:rPr lang="en-US" baseline="0" dirty="0"/>
              <a:t> </a:t>
            </a:r>
            <a:r>
              <a:rPr lang="en-US" baseline="0" dirty="0" err="1"/>
              <a:t>meerdere</a:t>
            </a:r>
            <a:r>
              <a:rPr lang="en-US" baseline="0" dirty="0"/>
              <a:t> </a:t>
            </a:r>
            <a:r>
              <a:rPr lang="en-US" baseline="0" dirty="0" err="1"/>
              <a:t>keren</a:t>
            </a:r>
            <a:r>
              <a:rPr lang="en-US" baseline="0" dirty="0"/>
              <a:t> </a:t>
            </a:r>
            <a:r>
              <a:rPr lang="en-US" baseline="0" dirty="0" err="1"/>
              <a:t>uitvoeren</a:t>
            </a:r>
            <a:r>
              <a:rPr lang="en-US" baseline="0" dirty="0"/>
              <a:t> van </a:t>
            </a:r>
            <a:r>
              <a:rPr lang="en-US" baseline="0" dirty="0" err="1"/>
              <a:t>deze</a:t>
            </a:r>
            <a:r>
              <a:rPr lang="en-US" baseline="0" dirty="0"/>
              <a:t> </a:t>
            </a:r>
            <a:r>
              <a:rPr lang="en-US" baseline="0" dirty="0" err="1"/>
              <a:t>taak</a:t>
            </a:r>
            <a:r>
              <a:rPr lang="en-US" baseline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PowerShell scripts </a:t>
            </a:r>
            <a:r>
              <a:rPr lang="en-US" baseline="0" dirty="0" err="1"/>
              <a:t>zijn</a:t>
            </a:r>
            <a:r>
              <a:rPr lang="en-US" baseline="0" dirty="0"/>
              <a:t> </a:t>
            </a:r>
            <a:r>
              <a:rPr lang="en-US" baseline="0" dirty="0" err="1"/>
              <a:t>duidelijk</a:t>
            </a:r>
            <a:r>
              <a:rPr lang="en-US" baseline="0" dirty="0"/>
              <a:t> </a:t>
            </a:r>
            <a:r>
              <a:rPr lang="en-US" baseline="0" dirty="0" err="1"/>
              <a:t>te</a:t>
            </a:r>
            <a:r>
              <a:rPr lang="en-US" baseline="0" dirty="0"/>
              <a:t> </a:t>
            </a:r>
            <a:r>
              <a:rPr lang="en-US" baseline="0" dirty="0" err="1"/>
              <a:t>lezen</a:t>
            </a:r>
            <a:r>
              <a:rPr lang="en-US" baseline="0" dirty="0"/>
              <a:t> </a:t>
            </a:r>
            <a:r>
              <a:rPr lang="en-US" baseline="0" dirty="0" err="1"/>
              <a:t>en</a:t>
            </a:r>
            <a:r>
              <a:rPr lang="en-US" baseline="0" dirty="0"/>
              <a:t> </a:t>
            </a:r>
            <a:r>
              <a:rPr lang="en-US" baseline="0" dirty="0" err="1"/>
              <a:t>zijn</a:t>
            </a:r>
            <a:r>
              <a:rPr lang="en-US" baseline="0" dirty="0"/>
              <a:t> over het </a:t>
            </a:r>
            <a:r>
              <a:rPr lang="en-US" baseline="0" dirty="0" err="1"/>
              <a:t>algemeen</a:t>
            </a:r>
            <a:r>
              <a:rPr lang="en-US" baseline="0" dirty="0"/>
              <a:t> </a:t>
            </a:r>
            <a:r>
              <a:rPr lang="en-US" baseline="0" dirty="0" err="1"/>
              <a:t>documentatie</a:t>
            </a:r>
            <a:r>
              <a:rPr lang="en-US" baseline="0" dirty="0"/>
              <a:t> op </a:t>
            </a:r>
            <a:r>
              <a:rPr lang="en-US" baseline="0" dirty="0" err="1"/>
              <a:t>zich</a:t>
            </a:r>
            <a:r>
              <a:rPr lang="en-US" baseline="0" dirty="0"/>
              <a:t>.</a:t>
            </a:r>
            <a:br>
              <a:rPr lang="en-US" baseline="0" dirty="0"/>
            </a:br>
            <a:r>
              <a:rPr lang="en-US" baseline="0" dirty="0"/>
              <a:t>Het </a:t>
            </a:r>
            <a:r>
              <a:rPr lang="en-US" baseline="0" dirty="0" err="1"/>
              <a:t>kost</a:t>
            </a:r>
            <a:r>
              <a:rPr lang="en-US" baseline="0" dirty="0"/>
              <a:t> </a:t>
            </a:r>
            <a:r>
              <a:rPr lang="en-US" baseline="0" dirty="0" err="1"/>
              <a:t>dus</a:t>
            </a:r>
            <a:r>
              <a:rPr lang="en-US" baseline="0" dirty="0"/>
              <a:t> </a:t>
            </a:r>
            <a:r>
              <a:rPr lang="en-US" baseline="0" dirty="0" err="1"/>
              <a:t>geen</a:t>
            </a:r>
            <a:r>
              <a:rPr lang="en-US" baseline="0" dirty="0"/>
              <a:t> extra </a:t>
            </a:r>
            <a:r>
              <a:rPr lang="en-US" baseline="0" dirty="0" err="1"/>
              <a:t>tijd</a:t>
            </a:r>
            <a:r>
              <a:rPr lang="en-US" baseline="0" dirty="0"/>
              <a:t> om </a:t>
            </a:r>
            <a:r>
              <a:rPr lang="en-US" baseline="0" dirty="0" err="1"/>
              <a:t>documentatie</a:t>
            </a:r>
            <a:r>
              <a:rPr lang="en-US" baseline="0" dirty="0"/>
              <a:t> </a:t>
            </a:r>
            <a:r>
              <a:rPr lang="en-US" baseline="0" dirty="0" err="1"/>
              <a:t>bij</a:t>
            </a:r>
            <a:r>
              <a:rPr lang="en-US" baseline="0" dirty="0"/>
              <a:t> </a:t>
            </a:r>
            <a:r>
              <a:rPr lang="en-US" baseline="0" dirty="0" err="1"/>
              <a:t>te</a:t>
            </a:r>
            <a:r>
              <a:rPr lang="en-US" baseline="0" dirty="0"/>
              <a:t> </a:t>
            </a:r>
            <a:r>
              <a:rPr lang="en-US" baseline="0" dirty="0" err="1"/>
              <a:t>werken</a:t>
            </a:r>
            <a:r>
              <a:rPr lang="en-US" baseline="0" dirty="0"/>
              <a:t>, </a:t>
            </a:r>
            <a:r>
              <a:rPr lang="en-US" baseline="0" dirty="0" err="1"/>
              <a:t>alles</a:t>
            </a:r>
            <a:r>
              <a:rPr lang="en-US" baseline="0" dirty="0"/>
              <a:t> is al </a:t>
            </a:r>
            <a:r>
              <a:rPr lang="en-US" baseline="0" dirty="0" err="1"/>
              <a:t>gedocumenteerd</a:t>
            </a:r>
            <a:r>
              <a:rPr lang="en-US" baseline="0" dirty="0"/>
              <a:t> </a:t>
            </a:r>
            <a:r>
              <a:rPr lang="en-US" baseline="0" dirty="0" err="1"/>
              <a:t>en</a:t>
            </a:r>
            <a:r>
              <a:rPr lang="en-US" baseline="0" dirty="0"/>
              <a:t> </a:t>
            </a:r>
            <a:r>
              <a:rPr lang="en-US" baseline="0" dirty="0" err="1"/>
              <a:t>klaar</a:t>
            </a:r>
            <a:r>
              <a:rPr lang="en-US" baseline="0" dirty="0"/>
              <a:t> om over </a:t>
            </a:r>
            <a:r>
              <a:rPr lang="en-US" baseline="0" dirty="0" err="1"/>
              <a:t>te</a:t>
            </a:r>
            <a:r>
              <a:rPr lang="en-US" baseline="0" dirty="0"/>
              <a:t> </a:t>
            </a:r>
            <a:r>
              <a:rPr lang="en-US" baseline="0" dirty="0" err="1"/>
              <a:t>dragen</a:t>
            </a:r>
            <a:r>
              <a:rPr lang="en-US" baseline="0" dirty="0"/>
              <a:t> </a:t>
            </a:r>
            <a:r>
              <a:rPr lang="en-US" baseline="0" dirty="0" err="1"/>
              <a:t>waar</a:t>
            </a:r>
            <a:r>
              <a:rPr lang="en-US" baseline="0" dirty="0"/>
              <a:t> </a:t>
            </a:r>
            <a:r>
              <a:rPr lang="en-US" baseline="0" dirty="0" err="1"/>
              <a:t>nodig</a:t>
            </a:r>
            <a:r>
              <a:rPr lang="en-US" baseline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Advanced Features – AD Recycle Bin, New-</a:t>
            </a:r>
            <a:r>
              <a:rPr lang="en-US" baseline="0" dirty="0" err="1"/>
              <a:t>MailboxExportRequest</a:t>
            </a:r>
            <a:r>
              <a:rPr lang="en-US" baseline="0" dirty="0"/>
              <a:t>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6CA7EC-5638-4422-A42D-67E11D327F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33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Werkwoord</a:t>
            </a:r>
            <a:r>
              <a:rPr lang="en-US" dirty="0"/>
              <a:t> – </a:t>
            </a:r>
            <a:r>
              <a:rPr lang="en-US" dirty="0" err="1"/>
              <a:t>Zelfstandig</a:t>
            </a:r>
            <a:r>
              <a:rPr lang="en-US" dirty="0"/>
              <a:t> </a:t>
            </a:r>
            <a:r>
              <a:rPr lang="en-US" dirty="0" err="1"/>
              <a:t>naamwoord</a:t>
            </a:r>
            <a:endParaRPr lang="en-US" dirty="0"/>
          </a:p>
          <a:p>
            <a:r>
              <a:rPr lang="en-US" dirty="0" err="1"/>
              <a:t>Lijst</a:t>
            </a:r>
            <a:r>
              <a:rPr lang="en-US" dirty="0"/>
              <a:t> van </a:t>
            </a:r>
            <a:r>
              <a:rPr lang="en-US" dirty="0" err="1"/>
              <a:t>toegestane</a:t>
            </a:r>
            <a:r>
              <a:rPr lang="en-US" baseline="0" dirty="0"/>
              <a:t> </a:t>
            </a:r>
            <a:r>
              <a:rPr lang="en-US" baseline="0" dirty="0" err="1"/>
              <a:t>werkwoorden</a:t>
            </a:r>
            <a:r>
              <a:rPr lang="en-US" baseline="0" dirty="0"/>
              <a:t> </a:t>
            </a:r>
            <a:r>
              <a:rPr lang="en-US" baseline="0" dirty="0" err="1"/>
              <a:t>te</a:t>
            </a:r>
            <a:r>
              <a:rPr lang="en-US" baseline="0" dirty="0"/>
              <a:t> </a:t>
            </a:r>
            <a:r>
              <a:rPr lang="en-US" baseline="0" dirty="0" err="1"/>
              <a:t>vinden</a:t>
            </a:r>
            <a:r>
              <a:rPr lang="en-US" baseline="0" dirty="0"/>
              <a:t> </a:t>
            </a:r>
            <a:r>
              <a:rPr lang="en-US" baseline="0" dirty="0" err="1"/>
              <a:t>d.m.v</a:t>
            </a:r>
            <a:r>
              <a:rPr lang="en-US" baseline="0" dirty="0"/>
              <a:t>. Get-Verb</a:t>
            </a:r>
          </a:p>
          <a:p>
            <a:r>
              <a:rPr lang="en-US" baseline="0" dirty="0"/>
              <a:t>Noun is </a:t>
            </a:r>
            <a:r>
              <a:rPr lang="en-US" b="1" baseline="0" dirty="0"/>
              <a:t>ALTIJD </a:t>
            </a:r>
            <a:r>
              <a:rPr lang="en-US" baseline="0" dirty="0"/>
              <a:t>singular/</a:t>
            </a:r>
            <a:r>
              <a:rPr lang="en-US" baseline="0" dirty="0" err="1"/>
              <a:t>enkelvoudig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6CA7EC-5638-4422-A42D-67E11D327F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31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PowerShell -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Robert Prüst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656" y="1625496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98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Onderwerpen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247274"/>
            <a:ext cx="10018713" cy="3124201"/>
          </a:xfrm>
        </p:spPr>
        <p:txBody>
          <a:bodyPr/>
          <a:lstStyle/>
          <a:p>
            <a:r>
              <a:rPr lang="en-US" dirty="0" err="1"/>
              <a:t>Wat</a:t>
            </a:r>
            <a:r>
              <a:rPr lang="en-US" dirty="0"/>
              <a:t> is PowerShell</a:t>
            </a:r>
          </a:p>
          <a:p>
            <a:r>
              <a:rPr lang="en-US" dirty="0" err="1"/>
              <a:t>Waarom</a:t>
            </a:r>
            <a:r>
              <a:rPr lang="en-US" dirty="0"/>
              <a:t> PowerShell</a:t>
            </a:r>
          </a:p>
          <a:p>
            <a:r>
              <a:rPr lang="en-US" dirty="0"/>
              <a:t>Basis </a:t>
            </a:r>
            <a:r>
              <a:rPr lang="en-US" dirty="0" err="1"/>
              <a:t>principes</a:t>
            </a:r>
            <a:endParaRPr lang="en-US" dirty="0"/>
          </a:p>
          <a:p>
            <a:r>
              <a:rPr lang="en-US" dirty="0"/>
              <a:t>Hoe </a:t>
            </a:r>
            <a:r>
              <a:rPr lang="en-US" dirty="0" err="1"/>
              <a:t>gebruik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PowerShell – hands on</a:t>
            </a:r>
          </a:p>
          <a:p>
            <a:r>
              <a:rPr lang="en-US" dirty="0" err="1"/>
              <a:t>Geavanceerde</a:t>
            </a:r>
            <a:r>
              <a:rPr lang="en-US" dirty="0"/>
              <a:t> </a:t>
            </a:r>
            <a:r>
              <a:rPr lang="en-US" dirty="0" err="1"/>
              <a:t>voorbeelden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9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Wat</a:t>
            </a:r>
            <a:r>
              <a:rPr lang="en-US" dirty="0"/>
              <a:t> is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4311" y="2438399"/>
            <a:ext cx="8319540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i="1" dirty="0"/>
              <a:t>Windows PowerShell is a shell developed by Microsoft for purposes of task automation and configuration management</a:t>
            </a:r>
            <a:r>
              <a:rPr lang="en-US" sz="2400" dirty="0"/>
              <a:t>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/>
              <a:t>Een</a:t>
            </a:r>
            <a:r>
              <a:rPr lang="en-US" sz="2400" dirty="0"/>
              <a:t> </a:t>
            </a:r>
            <a:r>
              <a:rPr lang="en-US" sz="2400" i="1" dirty="0"/>
              <a:t>execution engine </a:t>
            </a:r>
            <a:r>
              <a:rPr lang="en-US" sz="2400" dirty="0" err="1"/>
              <a:t>gebaseerd</a:t>
            </a:r>
            <a:r>
              <a:rPr lang="en-US" sz="2400" dirty="0"/>
              <a:t> op .NET Framework 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“</a:t>
            </a:r>
            <a:r>
              <a:rPr lang="en-US" sz="2400" dirty="0" err="1"/>
              <a:t>Vervanging</a:t>
            </a:r>
            <a:r>
              <a:rPr lang="en-US" sz="2400" dirty="0"/>
              <a:t>” </a:t>
            </a:r>
            <a:r>
              <a:rPr lang="en-US" sz="2400" dirty="0" err="1"/>
              <a:t>voor</a:t>
            </a:r>
            <a:r>
              <a:rPr lang="en-US" sz="2400" dirty="0"/>
              <a:t> het </a:t>
            </a:r>
            <a:r>
              <a:rPr lang="en-US" sz="2400" dirty="0" err="1"/>
              <a:t>oude</a:t>
            </a:r>
            <a:r>
              <a:rPr lang="en-US" sz="2400" dirty="0"/>
              <a:t> command prompt [cmd.exe]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“</a:t>
            </a:r>
            <a:r>
              <a:rPr lang="en-US" sz="2400" dirty="0" err="1"/>
              <a:t>Vervanging</a:t>
            </a:r>
            <a:r>
              <a:rPr lang="en-US" sz="2400" dirty="0"/>
              <a:t>” </a:t>
            </a:r>
            <a:r>
              <a:rPr lang="en-US" sz="2400" dirty="0" err="1"/>
              <a:t>voor</a:t>
            </a:r>
            <a:r>
              <a:rPr lang="en-US" sz="2400" dirty="0"/>
              <a:t> </a:t>
            </a:r>
            <a:r>
              <a:rPr lang="en-US" sz="2400" dirty="0" err="1"/>
              <a:t>oude</a:t>
            </a:r>
            <a:r>
              <a:rPr lang="en-US" sz="2400" dirty="0"/>
              <a:t> .bat/.</a:t>
            </a:r>
            <a:r>
              <a:rPr lang="en-US" sz="2400" dirty="0" err="1"/>
              <a:t>cmd</a:t>
            </a:r>
            <a:r>
              <a:rPr lang="en-US" sz="2400" dirty="0"/>
              <a:t>/.</a:t>
            </a:r>
            <a:r>
              <a:rPr lang="en-US" sz="2400" dirty="0" err="1"/>
              <a:t>kix</a:t>
            </a:r>
            <a:r>
              <a:rPr lang="en-US" sz="2400" dirty="0"/>
              <a:t>/.</a:t>
            </a:r>
            <a:r>
              <a:rPr lang="en-US" sz="2400" dirty="0" err="1"/>
              <a:t>vbs</a:t>
            </a:r>
            <a:r>
              <a:rPr lang="en-US" sz="2400" dirty="0"/>
              <a:t> scripts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Remote management </a:t>
            </a:r>
            <a:r>
              <a:rPr lang="en-US" sz="2400" dirty="0" err="1"/>
              <a:t>oplossing</a:t>
            </a:r>
            <a:endParaRPr lang="en-US" sz="2400" dirty="0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/>
              <a:t>Automatisering</a:t>
            </a:r>
            <a:r>
              <a:rPr lang="en-US" sz="2400" dirty="0"/>
              <a:t>/</a:t>
            </a:r>
            <a:r>
              <a:rPr lang="en-US" sz="2400" dirty="0" err="1"/>
              <a:t>Standaardisatie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902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636711" y="8382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Waarom PowerShell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642" y="2590799"/>
            <a:ext cx="37528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1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Vroeger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843562" y="3245371"/>
            <a:ext cx="7030387" cy="929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Windows Client/Server of Microsoft </a:t>
            </a:r>
            <a:r>
              <a:rPr lang="en-US" dirty="0" err="1"/>
              <a:t>Applicatie</a:t>
            </a:r>
            <a:r>
              <a:rPr lang="en-US" dirty="0"/>
              <a:t> </a:t>
            </a:r>
            <a:r>
              <a:rPr lang="en-US" dirty="0" err="1"/>
              <a:t>functionaliteit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843562" y="2233535"/>
            <a:ext cx="7030387" cy="9293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Management GUI (MMC)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3562" y="4257207"/>
            <a:ext cx="1293724" cy="104931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5116" y="4257206"/>
            <a:ext cx="1293724" cy="104931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6670" y="4257206"/>
            <a:ext cx="1293724" cy="104931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3562" y="5471410"/>
            <a:ext cx="4176832" cy="83944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Scripts</a:t>
            </a:r>
          </a:p>
        </p:txBody>
      </p:sp>
    </p:spTree>
    <p:extLst>
      <p:ext uri="{BB962C8B-B14F-4D97-AF65-F5344CB8AC3E}">
        <p14:creationId xmlns:p14="http://schemas.microsoft.com/office/powerpoint/2010/main" val="230627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Nu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8473" y="4309673"/>
            <a:ext cx="7030387" cy="929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Windows Client/Server of Microsoft </a:t>
            </a:r>
            <a:r>
              <a:rPr lang="en-US" dirty="0" err="1"/>
              <a:t>Applicatie</a:t>
            </a:r>
            <a:r>
              <a:rPr lang="en-US" dirty="0"/>
              <a:t> </a:t>
            </a:r>
            <a:r>
              <a:rPr lang="en-US" dirty="0" err="1"/>
              <a:t>functionaliteit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978473" y="3297837"/>
            <a:ext cx="7030387" cy="92939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.NET Framework, WMI </a:t>
            </a:r>
            <a:r>
              <a:rPr lang="en-US" dirty="0" err="1"/>
              <a:t>en</a:t>
            </a:r>
            <a:r>
              <a:rPr lang="en-US" dirty="0"/>
              <a:t> PowerShell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649324" y="2177323"/>
            <a:ext cx="1004341" cy="139408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Scripts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345305" y="2167330"/>
            <a:ext cx="1004341" cy="1394085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GUI</a:t>
            </a:r>
          </a:p>
        </p:txBody>
      </p:sp>
    </p:spTree>
    <p:extLst>
      <p:ext uri="{BB962C8B-B14F-4D97-AF65-F5344CB8AC3E}">
        <p14:creationId xmlns:p14="http://schemas.microsoft.com/office/powerpoint/2010/main" val="406972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Belangrijke</a:t>
            </a:r>
            <a:r>
              <a:rPr lang="en-US" dirty="0"/>
              <a:t> </a:t>
            </a:r>
            <a:r>
              <a:rPr lang="en-US" dirty="0" err="1"/>
              <a:t>motivatie</a:t>
            </a:r>
            <a:r>
              <a:rPr lang="en-US" dirty="0"/>
              <a:t> </a:t>
            </a:r>
            <a:r>
              <a:rPr lang="en-US" dirty="0" err="1"/>
              <a:t>punten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484311" y="2218544"/>
            <a:ext cx="10018713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/>
              <a:t>Consitentie</a:t>
            </a:r>
            <a:endParaRPr lang="en-US" sz="2400" dirty="0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R.O.I.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/>
              <a:t>Schaalbaar</a:t>
            </a:r>
            <a:endParaRPr lang="en-US" sz="2400" dirty="0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/>
              <a:t>Documentatie</a:t>
            </a:r>
            <a:endParaRPr lang="en-US" sz="2400" dirty="0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Advanced Features </a:t>
            </a:r>
            <a:r>
              <a:rPr lang="en-US" sz="2400" dirty="0" err="1"/>
              <a:t>zijn</a:t>
            </a:r>
            <a:r>
              <a:rPr lang="en-US" sz="2400" dirty="0"/>
              <a:t> </a:t>
            </a:r>
            <a:r>
              <a:rPr lang="en-US" sz="2400" dirty="0" err="1"/>
              <a:t>soms</a:t>
            </a:r>
            <a:r>
              <a:rPr lang="en-US" sz="2400" dirty="0"/>
              <a:t> </a:t>
            </a:r>
            <a:r>
              <a:rPr lang="en-US" sz="2400" dirty="0" err="1"/>
              <a:t>niet</a:t>
            </a:r>
            <a:r>
              <a:rPr lang="en-US" sz="2400" dirty="0"/>
              <a:t> </a:t>
            </a:r>
            <a:r>
              <a:rPr lang="en-US" sz="2400" dirty="0" err="1"/>
              <a:t>meer</a:t>
            </a:r>
            <a:r>
              <a:rPr lang="en-US" sz="2400" dirty="0"/>
              <a:t> </a:t>
            </a:r>
            <a:r>
              <a:rPr lang="en-US" sz="2400" dirty="0" err="1"/>
              <a:t>vindbaar</a:t>
            </a:r>
            <a:r>
              <a:rPr lang="en-US" sz="2400" dirty="0"/>
              <a:t>/</a:t>
            </a:r>
            <a:r>
              <a:rPr lang="en-US" sz="2400" dirty="0" err="1"/>
              <a:t>beschikbaar</a:t>
            </a:r>
            <a:r>
              <a:rPr lang="en-US" sz="2400" dirty="0"/>
              <a:t> in GUI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/>
              <a:t>Toekomst</a:t>
            </a:r>
            <a:r>
              <a:rPr lang="en-US" sz="2400" dirty="0"/>
              <a:t> </a:t>
            </a:r>
            <a:r>
              <a:rPr lang="en-US" sz="2400" dirty="0" err="1"/>
              <a:t>voor</a:t>
            </a:r>
            <a:r>
              <a:rPr lang="en-US" sz="2400" dirty="0"/>
              <a:t> Microsoft </a:t>
            </a:r>
            <a:r>
              <a:rPr lang="en-US" sz="2400" dirty="0" err="1"/>
              <a:t>oplossingen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926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</a:t>
            </a:r>
            <a:r>
              <a:rPr lang="en-US" dirty="0" err="1"/>
              <a:t>Principes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484311" y="2438399"/>
            <a:ext cx="9293901" cy="1855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/>
              <a:t>Opbouw</a:t>
            </a:r>
            <a:r>
              <a:rPr lang="en-US" sz="2400" dirty="0"/>
              <a:t> </a:t>
            </a:r>
            <a:r>
              <a:rPr lang="en-US" sz="2400" dirty="0" err="1"/>
              <a:t>Cmdlets</a:t>
            </a:r>
            <a:endParaRPr lang="en-US" sz="2400" dirty="0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/>
              <a:t>Belangrijkste</a:t>
            </a:r>
            <a:r>
              <a:rPr lang="en-US" sz="2400" dirty="0"/>
              <a:t> </a:t>
            </a:r>
            <a:r>
              <a:rPr lang="en-US" sz="2400" dirty="0" err="1"/>
              <a:t>Cmdlets</a:t>
            </a:r>
            <a:endParaRPr lang="en-US" sz="2400" dirty="0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/>
              <a:t>Snap-ins </a:t>
            </a:r>
            <a:r>
              <a:rPr lang="en-US" sz="2400" dirty="0" err="1"/>
              <a:t>en</a:t>
            </a:r>
            <a:r>
              <a:rPr lang="en-US" sz="2400" dirty="0"/>
              <a:t>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638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54898" y="1288437"/>
            <a:ext cx="15931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Verb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4898" y="2968053"/>
            <a:ext cx="2785862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/>
            </a:lvl1pPr>
          </a:lstStyle>
          <a:p>
            <a:r>
              <a:rPr lang="en-US" dirty="0"/>
              <a:t>Get</a:t>
            </a:r>
          </a:p>
          <a:p>
            <a:r>
              <a:rPr lang="en-US" dirty="0"/>
              <a:t>New</a:t>
            </a:r>
          </a:p>
          <a:p>
            <a:r>
              <a:rPr lang="en-US" dirty="0"/>
              <a:t>Set</a:t>
            </a:r>
          </a:p>
          <a:p>
            <a:r>
              <a:rPr lang="en-US" dirty="0"/>
              <a:t>Remove</a:t>
            </a:r>
          </a:p>
          <a:p>
            <a:r>
              <a:rPr lang="en-US" dirty="0"/>
              <a:t>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760" y="2968053"/>
            <a:ext cx="3447738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/>
            </a:lvl1pPr>
          </a:lstStyle>
          <a:p>
            <a:r>
              <a:rPr lang="en-US" dirty="0" err="1"/>
              <a:t>ADUser</a:t>
            </a:r>
            <a:endParaRPr lang="en-US" dirty="0"/>
          </a:p>
          <a:p>
            <a:r>
              <a:rPr lang="en-US" dirty="0"/>
              <a:t>Mailbox</a:t>
            </a:r>
          </a:p>
          <a:p>
            <a:r>
              <a:rPr lang="en-US" dirty="0"/>
              <a:t>Process</a:t>
            </a:r>
          </a:p>
          <a:p>
            <a:r>
              <a:rPr lang="en-US" dirty="0" err="1"/>
              <a:t>PSDrive</a:t>
            </a:r>
            <a:endParaRPr lang="en-US" dirty="0"/>
          </a:p>
          <a:p>
            <a:r>
              <a:rPr lang="en-US" dirty="0" err="1"/>
              <a:t>ChildItem</a:t>
            </a:r>
            <a:endParaRPr lang="en-US" dirty="0"/>
          </a:p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233470" y="1288437"/>
            <a:ext cx="4219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-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760" y="1288437"/>
            <a:ext cx="18582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Noun</a:t>
            </a:r>
          </a:p>
        </p:txBody>
      </p:sp>
    </p:spTree>
    <p:extLst>
      <p:ext uri="{BB962C8B-B14F-4D97-AF65-F5344CB8AC3E}">
        <p14:creationId xmlns:p14="http://schemas.microsoft.com/office/powerpoint/2010/main" val="309042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Belangrijkste</a:t>
            </a:r>
            <a:r>
              <a:rPr lang="en-US" dirty="0"/>
              <a:t> </a:t>
            </a:r>
            <a:r>
              <a:rPr lang="en-US" dirty="0" err="1"/>
              <a:t>Cmdlets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484311" y="2438399"/>
            <a:ext cx="9293901" cy="1855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Get-Help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Get-Command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Get-Member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52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636711" y="8382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Hoe </a:t>
            </a:r>
            <a:r>
              <a:rPr lang="en-US" dirty="0" err="1"/>
              <a:t>gebruik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PowerShell – hands on</a:t>
            </a:r>
          </a:p>
        </p:txBody>
      </p:sp>
    </p:spTree>
    <p:extLst>
      <p:ext uri="{BB962C8B-B14F-4D97-AF65-F5344CB8AC3E}">
        <p14:creationId xmlns:p14="http://schemas.microsoft.com/office/powerpoint/2010/main" val="1953369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120" y="1390650"/>
            <a:ext cx="722376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0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636711" y="8382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/>
              <a:t>Vragen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020354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843</TotalTime>
  <Words>738</Words>
  <Application>Microsoft Office PowerPoint</Application>
  <PresentationFormat>Widescreen</PresentationFormat>
  <Paragraphs>95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Corbel</vt:lpstr>
      <vt:lpstr>Parallax</vt:lpstr>
      <vt:lpstr>PowerShell - Basics</vt:lpstr>
      <vt:lpstr>Onderwerpen</vt:lpstr>
      <vt:lpstr>Wat is PowerShell</vt:lpstr>
      <vt:lpstr>PowerPoint Presentation</vt:lpstr>
      <vt:lpstr>Vroeger</vt:lpstr>
      <vt:lpstr>Nu</vt:lpstr>
      <vt:lpstr>Belangrijke motivatie punten</vt:lpstr>
      <vt:lpstr>Basis Principes</vt:lpstr>
      <vt:lpstr>PowerPoint Presentation</vt:lpstr>
      <vt:lpstr>Belangrijkste Cmdlets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PowerShell - Basics</dc:title>
  <dc:creator>- -</dc:creator>
  <cp:lastModifiedBy>Robert Prüst</cp:lastModifiedBy>
  <cp:revision>37</cp:revision>
  <dcterms:created xsi:type="dcterms:W3CDTF">2015-04-30T15:03:54Z</dcterms:created>
  <dcterms:modified xsi:type="dcterms:W3CDTF">2025-07-02T08:40:34Z</dcterms:modified>
</cp:coreProperties>
</file>